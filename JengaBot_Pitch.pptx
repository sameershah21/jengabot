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548640"/>
            <a:ext cx="822960" cy="201168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07808" y="548640"/>
            <a:ext cx="822960" cy="201168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49056" y="548640"/>
            <a:ext cx="822960" cy="201168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768096"/>
            <a:ext cx="822960" cy="201168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07808" y="768096"/>
            <a:ext cx="822960" cy="201168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49056" y="768096"/>
            <a:ext cx="822960" cy="201168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987552"/>
            <a:ext cx="822960" cy="201168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987552"/>
            <a:ext cx="822960" cy="201168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49056" y="987552"/>
            <a:ext cx="822960" cy="201168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1207008"/>
            <a:ext cx="822960" cy="201168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07808" y="1207008"/>
            <a:ext cx="822960" cy="201168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49056" y="1207008"/>
            <a:ext cx="822960" cy="201168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1426464"/>
            <a:ext cx="822960" cy="201168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07808" y="1426464"/>
            <a:ext cx="822960" cy="201168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1426464"/>
            <a:ext cx="822960" cy="201168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9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ROBOTICS PITCH  · 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10058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A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JengaBot</a:t>
            </a:r>
            <a:endParaRPr lang="en-US" sz="8000" dirty="0"/>
          </a:p>
        </p:txBody>
      </p:sp>
      <p:sp>
        <p:nvSpPr>
          <p:cNvPr id="19" name="Text 17"/>
          <p:cNvSpPr/>
          <p:nvPr/>
        </p:nvSpPr>
        <p:spPr>
          <a:xfrm>
            <a:off x="548640" y="23317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arm that </a:t>
            </a:r>
            <a:pPr indent="0" marL="0">
              <a:buNone/>
            </a:pPr>
            <a:r>
              <a:rPr lang="en-US" sz="2200" b="1" i="1" dirty="0">
                <a:solidFill>
                  <a:srgbClr val="D94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</a:t>
            </a:r>
            <a:pPr indent="0" marL="0">
              <a:buNone/>
            </a:pPr>
            <a:r>
              <a:rPr lang="en-US" sz="2200" i="1" dirty="0">
                <a:solidFill>
                  <a:srgbClr val="FFF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tower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humans can finally just </a:t>
            </a:r>
            <a:pPr indent="0" marL="0">
              <a:buNone/>
            </a:pPr>
            <a:r>
              <a:rPr lang="en-US" sz="2200" b="1" i="1" dirty="0">
                <a:solidFill>
                  <a:srgbClr val="D94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548640" cy="64008"/>
          </a:xfrm>
          <a:prstGeom prst="rect">
            <a:avLst/>
          </a:prstGeom>
          <a:solidFill>
            <a:srgbClr val="D94B3E"/>
          </a:solidFill>
          <a:ln w="12700">
            <a:solidFill>
              <a:srgbClr val="D94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8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Sameer  ·  Volk  ·  Bruce  ·  Jonathan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returning team. A new obsession.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 up Jenga is the worst part of Jenga.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606040" cy="2331720"/>
          </a:xfrm>
          <a:prstGeom prst="rect">
            <a:avLst/>
          </a:prstGeom>
          <a:solidFill>
            <a:srgbClr val="FFFAF2"/>
          </a:solidFill>
          <a:ln w="9525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103120"/>
            <a:ext cx="2606040" cy="73152"/>
          </a:xfrm>
          <a:prstGeom prst="rect">
            <a:avLst/>
          </a:prstGeom>
          <a:solidFill>
            <a:srgbClr val="D94B3E"/>
          </a:solidFill>
          <a:ln w="12700">
            <a:solidFill>
              <a:srgbClr val="D94B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31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tedious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blocks. 18 layers. Three at a time. Rotated 90° each row. Every single time.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2103120"/>
            <a:ext cx="2606040" cy="2331720"/>
          </a:xfrm>
          <a:prstGeom prst="rect">
            <a:avLst/>
          </a:prstGeom>
          <a:solidFill>
            <a:srgbClr val="FFFAF2"/>
          </a:solidFill>
          <a:ln w="9525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2103120"/>
            <a:ext cx="2606040" cy="73152"/>
          </a:xfrm>
          <a:prstGeom prst="rect">
            <a:avLst/>
          </a:prstGeom>
          <a:solidFill>
            <a:srgbClr val="D94B3E"/>
          </a:solidFill>
          <a:ln w="12700">
            <a:solidFill>
              <a:srgbClr val="D94B3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3317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fragile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74720" y="2880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wobble and you're back to square one — before anyone has even taken a turn.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2103120"/>
            <a:ext cx="2606040" cy="2331720"/>
          </a:xfrm>
          <a:prstGeom prst="rect">
            <a:avLst/>
          </a:prstGeom>
          <a:solidFill>
            <a:srgbClr val="FFFAF2"/>
          </a:solidFill>
          <a:ln w="9525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2103120"/>
            <a:ext cx="2606040" cy="73152"/>
          </a:xfrm>
          <a:prstGeom prst="rect">
            <a:avLst/>
          </a:prstGeom>
          <a:solidFill>
            <a:srgbClr val="D94B3E"/>
          </a:solidFill>
          <a:ln w="12700">
            <a:solidFill>
              <a:srgbClr val="D94B3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317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Nobody's volunteering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63640" y="2880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chore that gates the fun. The host always gets stuck with the build.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JengaBot  ·  Build. Don't Play.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OUR TRACK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arm that </a:t>
            </a:r>
            <a:pPr indent="0" marL="0">
              <a:buNone/>
            </a:pPr>
            <a:r>
              <a:rPr lang="en-US" sz="3400" b="1" dirty="0">
                <a:solidFill>
                  <a:srgbClr val="D94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</a:t>
            </a:r>
            <a:pPr indent="0" marL="0">
              <a:buNone/>
            </a:pPr>
            <a:r>
              <a:rPr lang="en-US" sz="34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Jenga tower.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not play it. Build it. We solve the boring half so humans get the fun half.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740664" cy="181051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2377440"/>
            <a:ext cx="740664" cy="181051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0864" y="2377440"/>
            <a:ext cx="740664" cy="181051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576779"/>
            <a:ext cx="740664" cy="181051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912" y="2576779"/>
            <a:ext cx="740664" cy="181051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40864" y="2576779"/>
            <a:ext cx="740664" cy="181051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76118"/>
            <a:ext cx="740664" cy="181051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912" y="2776118"/>
            <a:ext cx="740664" cy="181051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40864" y="2776118"/>
            <a:ext cx="740664" cy="181051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975458"/>
            <a:ext cx="740664" cy="181051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912" y="2975458"/>
            <a:ext cx="740664" cy="181051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40864" y="2975458"/>
            <a:ext cx="740664" cy="181051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174797"/>
            <a:ext cx="740664" cy="181051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912" y="3174797"/>
            <a:ext cx="740664" cy="181051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40864" y="3174797"/>
            <a:ext cx="740664" cy="181051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A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loose blocks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246120"/>
            <a:ext cx="548640" cy="54864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37744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709160" y="2313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Sees the blocks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709160" y="2651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Vision-driven pose estimation of every loose block on the table.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15468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09160" y="3090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Plans the stack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4709160" y="3429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Layer-by-layer placement plan with alternating 90° rotation.</a:t>
            </a:r>
            <a:endParaRPr lang="en-US" sz="11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93192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09160" y="3867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Places with care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470916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grasp + slow descent — no collapsing mid-build.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JengaBot  ·  Build. Don't Play.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TRACK RECORD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just dream. We win.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past hackathon wins, three different robotics platforms. We've shipped real systems before — under pressure, on a deadline.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06040" cy="2331720"/>
          </a:xfrm>
          <a:prstGeom prst="rect">
            <a:avLst/>
          </a:prstGeom>
          <a:solidFill>
            <a:srgbClr val="FFFAF2"/>
          </a:solidFill>
          <a:ln w="6350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240280"/>
            <a:ext cx="365760" cy="3657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Carmello's Canine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Quadruped behavior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85800" y="35478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with a dog-inspired robotic companion — gait, interaction, and personality.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46120" y="2103120"/>
            <a:ext cx="2606040" cy="2331720"/>
          </a:xfrm>
          <a:prstGeom prst="rect">
            <a:avLst/>
          </a:prstGeom>
          <a:solidFill>
            <a:srgbClr val="FFFAF2"/>
          </a:solidFill>
          <a:ln w="6350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240280"/>
            <a:ext cx="365760" cy="36576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28600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7472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Unitree Go2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47472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Quadruped platform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3474720" y="35478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home a win driving the Go2 — perception, locomotion, and crowd-pleasing tricks.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035040" y="2103120"/>
            <a:ext cx="2606040" cy="2331720"/>
          </a:xfrm>
          <a:prstGeom prst="rect">
            <a:avLst/>
          </a:prstGeom>
          <a:solidFill>
            <a:srgbClr val="FFFAF2"/>
          </a:solidFill>
          <a:ln w="6350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240280"/>
            <a:ext cx="365760" cy="365760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286000"/>
            <a:ext cx="502920" cy="5029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6364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reBot · Seeed Studio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626364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Robotic arm platform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6263640" y="35478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on Seeed's reBot — arm control, task planning, and a clean live demo.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JengaBot  ·  Build. Don't Play.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crew. All four seats filled.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1920240" cy="2606040"/>
          </a:xfrm>
          <a:prstGeom prst="rect">
            <a:avLst/>
          </a:prstGeom>
          <a:solidFill>
            <a:srgbClr val="FFFAF2"/>
          </a:solidFill>
          <a:ln w="9525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731520" cy="731520"/>
          </a:xfrm>
          <a:prstGeom prst="ellipse">
            <a:avLst/>
          </a:prstGeom>
          <a:solidFill>
            <a:srgbClr val="2A1F1A"/>
          </a:solidFill>
          <a:ln w="12700">
            <a:solidFill>
              <a:srgbClr val="2A1F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1762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Lead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Pitch, planning, and pulling the whole thing across the finish line.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0" y="1874520"/>
            <a:ext cx="1920240" cy="2606040"/>
          </a:xfrm>
          <a:prstGeom prst="rect">
            <a:avLst/>
          </a:prstGeom>
          <a:solidFill>
            <a:srgbClr val="FFFAF2"/>
          </a:solidFill>
          <a:ln w="9525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2057400"/>
            <a:ext cx="731520" cy="731520"/>
          </a:xfrm>
          <a:prstGeom prst="ellipse">
            <a:avLst/>
          </a:prstGeom>
          <a:solidFill>
            <a:srgbClr val="2A1F1A"/>
          </a:solidFill>
          <a:ln w="12700">
            <a:solidFill>
              <a:srgbClr val="2A1F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217627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Volk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65176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Returning Member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743200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 of past wins. Bringing the muscle memory and the calm.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1874520"/>
            <a:ext cx="1920240" cy="2606040"/>
          </a:xfrm>
          <a:prstGeom prst="rect">
            <a:avLst/>
          </a:prstGeom>
          <a:solidFill>
            <a:srgbClr val="FFFAF2"/>
          </a:solidFill>
          <a:ln w="9525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57800" y="2057400"/>
            <a:ext cx="731520" cy="731520"/>
          </a:xfrm>
          <a:prstGeom prst="ellipse">
            <a:avLst/>
          </a:prstGeom>
          <a:solidFill>
            <a:srgbClr val="2A1F1A"/>
          </a:solidFill>
          <a:ln w="12700">
            <a:solidFill>
              <a:srgbClr val="2A1F1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217627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Bruce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75488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Returning Member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846320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with us before. Knows the platforms, knows the rhythm.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766560" y="1874520"/>
            <a:ext cx="1920240" cy="2606040"/>
          </a:xfrm>
          <a:prstGeom prst="rect">
            <a:avLst/>
          </a:prstGeom>
          <a:solidFill>
            <a:srgbClr val="FFFAF2"/>
          </a:solidFill>
          <a:ln w="9525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60920" y="2057400"/>
            <a:ext cx="731520" cy="731520"/>
          </a:xfrm>
          <a:prstGeom prst="ellipse">
            <a:avLst/>
          </a:prstGeom>
          <a:solidFill>
            <a:srgbClr val="2A1F1A"/>
          </a:solidFill>
          <a:ln w="12700">
            <a:solidFill>
              <a:srgbClr val="2A1F1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2176272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Jonathan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685800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Member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949440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newest signing — fresh energy to round out the squad.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JengaBot  ·  Build. Don't Play.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loops, one tower.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2606040"/>
          </a:xfrm>
          <a:prstGeom prst="rect">
            <a:avLst/>
          </a:prstGeom>
          <a:solidFill>
            <a:srgbClr val="FFFAF2"/>
          </a:solidFill>
          <a:ln w="9525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every loose block on the table — pose, orientation, occlusion-aware.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828800"/>
            <a:ext cx="2606040" cy="2606040"/>
          </a:xfrm>
          <a:prstGeom prst="rect">
            <a:avLst/>
          </a:prstGeom>
          <a:solidFill>
            <a:srgbClr val="FFFAF2"/>
          </a:solidFill>
          <a:ln w="9525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7472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0116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47472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layer-by-layer placement: 3 blocks, alternating 90° rotation, 18 layers.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828800"/>
            <a:ext cx="2606040" cy="2606040"/>
          </a:xfrm>
          <a:prstGeom prst="rect">
            <a:avLst/>
          </a:prstGeom>
          <a:solidFill>
            <a:srgbClr val="FFFAF2"/>
          </a:solidFill>
          <a:ln w="9525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26364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0116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Manipulation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26364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→ align → place. Gentle descent. Detect mis-stacks and self-correct.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JengaBot  ·  Build. Don't Play.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MILESTONES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first pick to full tower.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7498080" cy="0"/>
          </a:xfrm>
          <a:prstGeom prst="line">
            <a:avLst/>
          </a:prstGeom>
          <a:noFill/>
          <a:ln w="31750">
            <a:solidFill>
              <a:srgbClr val="8C5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2350008"/>
            <a:ext cx="237744" cy="237744"/>
          </a:xfrm>
          <a:prstGeom prst="ellipse">
            <a:avLst/>
          </a:prstGeom>
          <a:solidFill>
            <a:srgbClr val="C8965E"/>
          </a:solidFill>
          <a:ln w="19050">
            <a:solidFill>
              <a:srgbClr val="2A1F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-13716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block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-137160" y="3108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grasp on a single piece.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24328" y="2350008"/>
            <a:ext cx="237744" cy="237744"/>
          </a:xfrm>
          <a:prstGeom prst="ellipse">
            <a:avLst/>
          </a:prstGeom>
          <a:solidFill>
            <a:srgbClr val="C8965E"/>
          </a:solidFill>
          <a:ln w="19050">
            <a:solidFill>
              <a:srgbClr val="2A1F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PM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a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3108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blocks, aligned, on a known base.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44568" y="2350008"/>
            <a:ext cx="237744" cy="237744"/>
          </a:xfrm>
          <a:prstGeom prst="ellipse">
            <a:avLst/>
          </a:prstGeom>
          <a:solidFill>
            <a:srgbClr val="C8965E"/>
          </a:solidFill>
          <a:ln w="19050">
            <a:solidFill>
              <a:srgbClr val="2A1F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 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layers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3108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rotation, repeatable.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64808" y="2350008"/>
            <a:ext cx="237744" cy="237744"/>
          </a:xfrm>
          <a:prstGeom prst="ellipse">
            <a:avLst/>
          </a:prstGeom>
          <a:solidFill>
            <a:srgbClr val="D94B3E"/>
          </a:solidFill>
          <a:ln w="19050">
            <a:solidFill>
              <a:srgbClr val="2A1F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18-layer tower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23560" y="3108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scratch, on the clock.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2A1F1A"/>
          </a:solidFill>
          <a:ln w="12700">
            <a:solidFill>
              <a:srgbClr val="2A1F1A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61104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51560" y="4206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hardware. Real blocks. Two days, four checkpoints — so the demo doesn't depend on demo-day luck.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JengaBot  ·  Build. Don't Play.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4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STRETCH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tower goes up early, we keep going.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023360" cy="1188720"/>
          </a:xfrm>
          <a:prstGeom prst="rect">
            <a:avLst/>
          </a:prstGeom>
          <a:solidFill>
            <a:srgbClr val="FFFAF2"/>
          </a:solidFill>
          <a:ln w="6350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933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run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1600" y="2377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Stopwatch on the build. Iterate until we're faster than a human.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828800"/>
            <a:ext cx="4023360" cy="1188720"/>
          </a:xfrm>
          <a:prstGeom prst="rect">
            <a:avLst/>
          </a:prstGeom>
          <a:solidFill>
            <a:srgbClr val="FFFAF2"/>
          </a:solidFill>
          <a:ln w="6350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031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9933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Messy starts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577840" y="2377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dumped anywhere — no neat trays. Pure vision-driven sort + stack.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154680"/>
            <a:ext cx="4023360" cy="1188720"/>
          </a:xfrm>
          <a:prstGeom prst="rect">
            <a:avLst/>
          </a:prstGeom>
          <a:solidFill>
            <a:srgbClr val="FFFAF2"/>
          </a:solidFill>
          <a:ln w="6350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290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3192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Reset &amp; re-stack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371600" y="3703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game ends, the arm clears the table and rebuilds. Game-loop, hands-free.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3154680"/>
            <a:ext cx="4023360" cy="1188720"/>
          </a:xfrm>
          <a:prstGeom prst="rect">
            <a:avLst/>
          </a:prstGeom>
          <a:solidFill>
            <a:srgbClr val="FFFAF2"/>
          </a:solidFill>
          <a:ln w="6350">
            <a:solidFill>
              <a:srgbClr val="C896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290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3192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Crowd mode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5577840" y="3703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picks where blocks land. Arm adapts the plan live.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JengaBot  ·  Build. Don't Play.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640080"/>
            <a:ext cx="781812" cy="191110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49540" y="640080"/>
            <a:ext cx="781812" cy="191110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49640" y="640080"/>
            <a:ext cx="781812" cy="191110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849478"/>
            <a:ext cx="781812" cy="191110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49540" y="849478"/>
            <a:ext cx="781812" cy="191110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49478"/>
            <a:ext cx="781812" cy="191110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1058875"/>
            <a:ext cx="781812" cy="191110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49540" y="1058875"/>
            <a:ext cx="781812" cy="191110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1058875"/>
            <a:ext cx="781812" cy="191110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1268273"/>
            <a:ext cx="781812" cy="191110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49540" y="1268273"/>
            <a:ext cx="781812" cy="191110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1268273"/>
            <a:ext cx="781812" cy="191110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477670"/>
            <a:ext cx="781812" cy="191110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49540" y="1477670"/>
            <a:ext cx="781812" cy="191110"/>
          </a:xfrm>
          <a:prstGeom prst="rect">
            <a:avLst/>
          </a:prstGeom>
          <a:solidFill>
            <a:srgbClr val="8C5A2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9640" y="1477670"/>
            <a:ext cx="781812" cy="191110"/>
          </a:xfrm>
          <a:prstGeom prst="rect">
            <a:avLst/>
          </a:prstGeom>
          <a:solidFill>
            <a:srgbClr val="C8965E"/>
          </a:solidFill>
          <a:ln w="6350">
            <a:solidFill>
              <a:srgbClr val="2A1F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·  WHY 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9144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wins.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platforms.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</a:t>
            </a:r>
            <a:pPr indent="0" marL="0">
              <a:buNone/>
            </a:pPr>
            <a:r>
              <a:rPr lang="en-US" sz="3200" b="1" i="1" dirty="0">
                <a:solidFill>
                  <a:srgbClr val="D94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obsession.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548640" cy="64008"/>
          </a:xfrm>
          <a:prstGeom prst="rect">
            <a:avLst/>
          </a:prstGeom>
          <a:solidFill>
            <a:srgbClr val="D94B3E"/>
          </a:solidFill>
          <a:ln w="12700">
            <a:solidFill>
              <a:srgbClr val="D94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089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9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Jenga is frustrating. So we're building the arm that does it — and we're the team to ship it.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6217920" cy="502920"/>
          </a:xfrm>
          <a:prstGeom prst="rect">
            <a:avLst/>
          </a:prstGeom>
          <a:solidFill>
            <a:srgbClr val="D94B3E"/>
          </a:solidFill>
          <a:ln w="12700">
            <a:solidFill>
              <a:srgbClr val="D94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FFFA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Sameer  ·  Volk  ·  Bruce  ·  Jonathan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JengaBot — The Arm That Builds</dc:title>
  <dc:subject>PptxGenJS Presentation</dc:subject>
  <dc:creator>Sameer</dc:creator>
  <cp:lastModifiedBy>Sameer</cp:lastModifiedBy>
  <cp:revision>1</cp:revision>
  <dcterms:created xsi:type="dcterms:W3CDTF">2026-05-23T02:39:57Z</dcterms:created>
  <dcterms:modified xsi:type="dcterms:W3CDTF">2026-05-23T02:39:57Z</dcterms:modified>
</cp:coreProperties>
</file>